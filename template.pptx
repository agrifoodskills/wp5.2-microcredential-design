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a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Card 1 Tab"/>
          <p:cNvSpPr>
            <a:spLocks noGrp="1"/>
          </p:cNvSpPr>
          <p:nvPr>
            <p:ph type="body" sz="quarter" idx="1"/>
          </p:nvPr>
        </p:nvSpPr>
        <p:spPr>
          <a:xfrm>
            <a:off x="402336" y="1645920"/>
            <a:ext cx="2691384" cy="502920"/>
          </a:xfrm>
          <a:prstGeom prst="round2SameRect">
            <a:avLst>
              <a:gd name="adj1" fmla="val 25000"/>
              <a:gd name="adj2" fmla="val 0"/>
            </a:avLst>
          </a:prstGeom>
          <a:solidFill>
            <a:schemeClr val="accent1"/>
          </a:solidFill>
        </p:spPr>
        <p:txBody>
          <a:bodyPr anchor="ctr" lIns="91440" rIns="91440" tIns="0" bIns="0"/>
          <a:lstStyle>
            <a:lvl1pPr algn="ctr" marL="0" indent="0">
              <a:buNone/>
              <a:defRPr sz="1500" b="1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25" name="Card 1 Body"/>
          <p:cNvSpPr>
            <a:spLocks noGrp="1"/>
          </p:cNvSpPr>
          <p:nvPr>
            <p:ph type="body" sz="quarter" idx="5"/>
          </p:nvPr>
        </p:nvSpPr>
        <p:spPr>
          <a:xfrm>
            <a:off x="402336" y="2148840"/>
            <a:ext cx="2691384" cy="4343400"/>
          </a:xfrm>
          <a:prstGeom prst="rect">
            <a:avLst/>
          </a:prstGeom>
          <a:solidFill>
            <a:schemeClr val="bg2"/>
          </a:solidFill>
        </p:spPr>
        <p:txBody>
          <a:bodyPr lIns="91440" rIns="91440" tIns="82296" bIns="82296">
            <a:normAutofit/>
          </a:bodyPr>
          <a:lstStyle>
            <a:lvl1pPr>
              <a:defRPr sz="1300"/>
            </a:lvl1pPr>
            <a:lvl2pPr>
              <a:defRPr sz="1100"/>
            </a:lvl2pPr>
          </a:lstStyle>
          <a:p>
            <a:endParaRPr/>
          </a:p>
        </p:txBody>
      </p:sp>
      <p:sp>
        <p:nvSpPr>
          <p:cNvPr id="22" name="Card 2 Tab"/>
          <p:cNvSpPr>
            <a:spLocks noGrp="1"/>
          </p:cNvSpPr>
          <p:nvPr>
            <p:ph type="body" sz="quarter" idx="2"/>
          </p:nvPr>
        </p:nvSpPr>
        <p:spPr>
          <a:xfrm>
            <a:off x="3300984" y="1645920"/>
            <a:ext cx="2691384" cy="502920"/>
          </a:xfrm>
          <a:prstGeom prst="round2SameRect">
            <a:avLst>
              <a:gd name="adj1" fmla="val 25000"/>
              <a:gd name="adj2" fmla="val 0"/>
            </a:avLst>
          </a:prstGeom>
          <a:solidFill>
            <a:schemeClr val="accent2"/>
          </a:solidFill>
        </p:spPr>
        <p:txBody>
          <a:bodyPr anchor="ctr" lIns="91440" rIns="91440" tIns="0" bIns="0"/>
          <a:lstStyle>
            <a:lvl1pPr algn="ctr" marL="0" indent="0">
              <a:buNone/>
              <a:defRPr sz="1500" b="1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26" name="Card 2 Body"/>
          <p:cNvSpPr>
            <a:spLocks noGrp="1"/>
          </p:cNvSpPr>
          <p:nvPr>
            <p:ph type="body" sz="quarter" idx="6"/>
          </p:nvPr>
        </p:nvSpPr>
        <p:spPr>
          <a:xfrm>
            <a:off x="3300984" y="2148840"/>
            <a:ext cx="2691384" cy="4343400"/>
          </a:xfrm>
          <a:prstGeom prst="rect">
            <a:avLst/>
          </a:prstGeom>
          <a:solidFill>
            <a:schemeClr val="bg2"/>
          </a:solidFill>
        </p:spPr>
        <p:txBody>
          <a:bodyPr lIns="91440" rIns="91440" tIns="82296" bIns="82296">
            <a:normAutofit/>
          </a:bodyPr>
          <a:lstStyle>
            <a:lvl1pPr>
              <a:defRPr sz="1300"/>
            </a:lvl1pPr>
            <a:lvl2pPr>
              <a:defRPr sz="1100"/>
            </a:lvl2pPr>
          </a:lstStyle>
          <a:p>
            <a:endParaRPr/>
          </a:p>
        </p:txBody>
      </p:sp>
      <p:sp>
        <p:nvSpPr>
          <p:cNvPr id="23" name="Card 3 Tab"/>
          <p:cNvSpPr>
            <a:spLocks noGrp="1"/>
          </p:cNvSpPr>
          <p:nvPr>
            <p:ph type="body" sz="quarter" idx="3"/>
          </p:nvPr>
        </p:nvSpPr>
        <p:spPr>
          <a:xfrm>
            <a:off x="6199632" y="1645920"/>
            <a:ext cx="2691384" cy="502920"/>
          </a:xfrm>
          <a:prstGeom prst="round2SameRect">
            <a:avLst>
              <a:gd name="adj1" fmla="val 25000"/>
              <a:gd name="adj2" fmla="val 0"/>
            </a:avLst>
          </a:prstGeom>
          <a:solidFill>
            <a:schemeClr val="accent3"/>
          </a:solidFill>
        </p:spPr>
        <p:txBody>
          <a:bodyPr anchor="ctr" lIns="91440" rIns="91440" tIns="0" bIns="0"/>
          <a:lstStyle>
            <a:lvl1pPr algn="ctr" marL="0" indent="0">
              <a:buNone/>
              <a:defRPr sz="1500" b="1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27" name="Card 3 Body"/>
          <p:cNvSpPr>
            <a:spLocks noGrp="1"/>
          </p:cNvSpPr>
          <p:nvPr>
            <p:ph type="body" sz="quarter" idx="7"/>
          </p:nvPr>
        </p:nvSpPr>
        <p:spPr>
          <a:xfrm>
            <a:off x="6199632" y="2148840"/>
            <a:ext cx="2691384" cy="4343400"/>
          </a:xfrm>
          <a:prstGeom prst="rect">
            <a:avLst/>
          </a:prstGeom>
          <a:solidFill>
            <a:schemeClr val="bg2"/>
          </a:solidFill>
        </p:spPr>
        <p:txBody>
          <a:bodyPr lIns="91440" rIns="91440" tIns="82296" bIns="82296">
            <a:normAutofit/>
          </a:bodyPr>
          <a:lstStyle>
            <a:lvl1pPr>
              <a:defRPr sz="1300"/>
            </a:lvl1pPr>
            <a:lvl2pPr>
              <a:defRPr sz="1100"/>
            </a:lvl2pPr>
          </a:lstStyle>
          <a:p>
            <a:endParaRPr/>
          </a:p>
        </p:txBody>
      </p:sp>
      <p:sp>
        <p:nvSpPr>
          <p:cNvPr id="24" name="Card 4 Tab"/>
          <p:cNvSpPr>
            <a:spLocks noGrp="1"/>
          </p:cNvSpPr>
          <p:nvPr>
            <p:ph type="body" sz="quarter" idx="4"/>
          </p:nvPr>
        </p:nvSpPr>
        <p:spPr>
          <a:xfrm>
            <a:off x="9098280" y="1645920"/>
            <a:ext cx="2691384" cy="502920"/>
          </a:xfrm>
          <a:prstGeom prst="round2SameRect">
            <a:avLst>
              <a:gd name="adj1" fmla="val 25000"/>
              <a:gd name="adj2" fmla="val 0"/>
            </a:avLst>
          </a:prstGeom>
          <a:solidFill>
            <a:schemeClr val="accent4"/>
          </a:solidFill>
        </p:spPr>
        <p:txBody>
          <a:bodyPr anchor="ctr" lIns="91440" rIns="91440" tIns="0" bIns="0"/>
          <a:lstStyle>
            <a:lvl1pPr algn="ctr" marL="0" indent="0">
              <a:buNone/>
              <a:defRPr sz="1500" b="1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28" name="Card 4 Body"/>
          <p:cNvSpPr>
            <a:spLocks noGrp="1"/>
          </p:cNvSpPr>
          <p:nvPr>
            <p:ph type="body" sz="quarter" idx="8"/>
          </p:nvPr>
        </p:nvSpPr>
        <p:spPr>
          <a:xfrm>
            <a:off x="9098280" y="2148840"/>
            <a:ext cx="2691384" cy="4343400"/>
          </a:xfrm>
          <a:prstGeom prst="rect">
            <a:avLst/>
          </a:prstGeom>
          <a:solidFill>
            <a:schemeClr val="bg2"/>
          </a:solidFill>
        </p:spPr>
        <p:txBody>
          <a:bodyPr lIns="91440" rIns="91440" tIns="82296" bIns="82296">
            <a:normAutofit/>
          </a:bodyPr>
          <a:lstStyle>
            <a:lvl1pPr>
              <a:defRPr sz="1300"/>
            </a:lvl1pPr>
            <a:lvl2pPr>
              <a:defRPr sz="1100"/>
            </a:lvl2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accent1"/>
        </a:buClr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accent2"/>
        </a:buClr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accent3"/>
        </a:buClr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